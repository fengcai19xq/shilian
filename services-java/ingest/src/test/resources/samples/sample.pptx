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项目汇报（脱敏样例）</a:t>
            </a:r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融资进度：已完成尽职调查，进入审批阶段。</a:t>
            </a:r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下一步：补齐近三年审计报告。</a:t>
            </a:r>
            <a:endParaRPr lang="e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